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lisiy</dc:creator>
  <cp:lastModifiedBy>LilyLi</cp:lastModifiedBy>
  <cp:revision>158</cp:revision>
  <dcterms:created xsi:type="dcterms:W3CDTF">2019-06-19T02:08:00Z</dcterms:created>
  <dcterms:modified xsi:type="dcterms:W3CDTF">2026-08-29T10:06:57Z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E32020DD8DB448A584A8E07F6D1C3FE1_11</vt:lpwstr>
  </property>
</Properties>
</file>